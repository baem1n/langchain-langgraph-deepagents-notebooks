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AI 에이전트 개발 과정에 오신 걸 환영합니다. 이 과정에서는 LangChain, LangGraph, Deep Agents 세 가지로 LLM 에이전트를 처음부터 만들어 봅니다. Python 기초만 있으면 충분해요.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큰 그림부터 보겠습니다. 세 프레임워크가 어떻게 한 계열로 이어지는지, 이 과정이 어디로 향하는지 짚고 가겠습니다.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헷갈리기 쉬운데, 셋은 경쟁 관계가 아닙니다. 맨 아래 LangChain이 모델과 도구를 잇는 토대이고, 그 위에 LangGraph가 흐름 제어를 얹습니다. Deep Agents는 그 위에 파일, 서브에이전트, 백엔드가 붙은 장기 작업 하네스입니다. 계획 도구는 이제 기본이라고 외우기보다, 필요한 작업에서 TodoListMiddleware로 붙인다고 기억하면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진행 순서입니다. LLM 기초로 시작해서 LangChain으로 첫 에이전트를 만들고, 메모리를 붙이고, LangGraph로 흐름을 직접 그려보고, Deep Agents를 거쳐 마지막에 검색·요약 에이전트로 종합합니다. 각 단계마다 노트북을 직접 돌려볼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과정의 결과물은 분명합니다. 질문을 주면 웹을 검색하고 한국어로 요약해 주는 리서치 에이전트를 마지막에 직접 완성합니다. 개념만 배우고 끝나지 않고, 실제로 도는 에이전트가 손에 남아요.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그럼 손부터 풀어보겠습니다. 키를 넣고 모델을 띄워서 첫 응답을 받는 데까지 해볼게요.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에이전트가 뭔지부터 짚고 가죠. 그냥 LLM은 물으면 한 번 답하고 끝이지만, 에이전트는 어떤 도구를 쓸지 스스로 판단하고, 실행하고, 결과를 보고 다음 행동을 정하는 걸 반복합니다. 추론하고 행동하는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준비물은 단출합니다. OpenAI 키는 필수고, 검색용 Tavily 키는 마지막 프로젝트에서만 필요해요. 키는 .env 파일에 두고 깃에는 절대 올리지 않습니다. ▶ 화면 오른쪽처럼 .env에 키를 적고, load_dotenv로 불러온 뒤 잘 들어왔는지 확인하면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모델을 정의합니다. ChatOpenAI는 OpenAI 모델을 LangChain에서 쓰기 좋게 감싼 클래스예요. 여기서 만든 이 model 객체를 앞으로 계속 재사용합니다. init_chat_model을 쓰면 이름만으로 프로바이더를 자동 감지해서, 나중에 모델을 바꿔 끼울 때 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가지 짚을 게, model.invoke의 결과는 그냥 문자열이 아니라 AIMessage 객체입니다. .content에 답이 들어있고, .usage_metadata에 토큰 수, .tool_calls에 도구 호출 정보까지 함께 담겨요. 그래서 응답뿐 아니라 비용·도구 사용까지 한 객체로 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에이전트는 여러 단계를 거치기 때문에, 어디서 실패했고 토큰을 얼마나 썼는지 보려면 트레이싱이 사실상 필수입니다. LangSmith는 환경변수 한 줄로 자동으로 켜지고, Langfuse는 오픈소스 대안이에요. 벤더에 안 묶이고 싶으면 OpenTelemetry로 Datadog이나 Grafana 같은 데로 보낼 수도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에이전트로 가기 전에, 그 재료인 LLM을 제대로 다루는 법부터 익히겠습니다. 메시지, 프롬프트, 스트리밍이에요.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LLM에 말을 거는 기본 단위는 메시지 리스트입니다. System은 행동 지침, Human은 사용자 입력, AI는 모델 응답이고요. 도구 결과를 돌려줄 땐 ToolMessage를 씁니다. 스트리밍 중에 나오는 조각은 AIMessageChunk인데, 합쳐지면 최종 AIMessage가 돼요.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가장 강력한 게 시스템 메시지예요. 같은 질문이라도 시스템 메시지를 바꾸면 답의 톤과 관점이 완전히 달라집니다. 이게 프롬프트 엔지니어링의 출발점이고요. 메시지는 객체로 줘도 되고 딕셔너리로 줘도 결과는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호출 방식은 세 가지를 기억하세요. invoke는 전체 응답을 한 번에, stream은 토큰이 나오는 대로 실시간으로, batch는 여러 입력을 병렬로 처리합니다. ▶ stream을 돌려보면 글자가 주르륵 흘러나오는데, 사용자를 기다리게 하지 않는 이 느낌이 UX 포인트예요.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진짜 에이전트를 만들어 봅니다. LangChain으로 가장 빠르게요.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LangChain 에이전트는 ReAct 루프로 돕니다. 사용자 입력이 들어오면 모델이 도구를 쓸지 판단하고, 필요하면 도구를 실행해서 결과를 받고, 그걸 보고 다시 판단하는 걸 반복해요. 답이 나오거나 최대 횟수에 도달하면 멈춥니다.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도구 만드는 법은 의외로 쉬워요. 평범한 함수에 @tool만 붙이면 됩니다. 타입 힌트가 입력 형식을 정하고, docstring이 이 도구가 뭐 하는 건지를 모델에게 알려줘요. 그래서 설명을 잘 써주는 게 정말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모델·도구·시스템 프롬프트를 create_agent에 묶으면 끝이에요. 입력은 messages 리스트로 주고, 답은 마지막 메시지에서 꺼냅니다. ▶ '15 더하기 27' 하고 물으면 에이전트가 알아서 add 도구를 골라 쓰고 답을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그런데 방금 만든 에이전트엔 약점이 하나 있어요. 대화를 기억하지 못합니다. 이걸 해결해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기본 에이전트는 매번 새 대화로 취급해요. '내 이름은 철수야' 다음에 '내 이름이 뭐야' 하고 물으면 답을 못 합니다. invoke가 처리하고 나면 아무것도 저장하지 않기 때문이에요.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해결책은 checkpointer입니다. InMemorySaver를 붙이고 thread_id로 '같은 대화'라고 표시해 주면 돼요. ▶ thread_id를 똑같이 두고 두 번 물어보면, '그 결과에 2를 곱해'라는 말을 알아듣습니다. 메모리가 붙었다는 증거예요.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InMemorySaver는 프로세스가 꺼지면 사라지니까, 실제 서비스에선 PostgresSaver 같은 DB 체크포인터로 바꿉니다. API는 똑같아서 한 줄만 교체하면 돼요. 그리고 대화가 길어지면 트리밍·요약·삭제로 토큰을 관리합니다.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LangChain이 흐름을 알아서 감춰줘서 편했다면, 이번엔 그 흐름을 직접 그려보겠습니다. LangGraph예요.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앱은 조건 분기, 병렬 실행, 사람 승인, 오류 복구 같은 게 필요합니다. 단순 ReAct 루프만으로는 부족해요. LangGraph는 이걸 방향 그래프로 그려서, 중단했다 재개할 수 있는 내구적인 실행을 만들어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구성요소는 셋입니다. State는 노드들이 공유하는 데이터, Node는 상태를 받아 일을 하는 함수, Edge는 다음에 어디로 갈지 정하는 연결이에요. 노드는 무엇을 한다, 엣지는 다음에 어디로 간다, 이렇게 기억하시면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기본 흐름은 다섯 단계예요. 그래프를 만들고, 노드를 더하고, 엣지로 잇고, 컴파일하고, 실행. 컴파일할 때 빠진 연결이나 도달 못 하는 노드 같은 오류를 잡아줍니다. 노드는 전체 상태가 아니라 바뀐 부분만 돌려주면 돼요.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이번엔 노드 안에서 LLM을 불러봅니다. MessagesState를 쓰면 메시지를 담는 칸과 누적해 주는 리듀서가 이미 들어있어요. ▶ 이 chatbot 그래프를 돌려보면, 아까 create_agent가 한 줄로 감춰뒀던 흐름을 우리가 직접 그려본 게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직접 그리는 것도 좋지만, 파일 작업과 서브에이전트가 필요한 장기 작업에는 Deep Agents 하네스가 편합니다. 계획이 필요한 작업에서는 TodoListMiddleware를 명시적으로 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 Agents는 하네스 자체와 선택 미들웨어를 구분해서 봐야 합니다. 파일 작업, 백엔드, 서브에이전트는 장기 작업의 중심 표면이고, 단계 계획은 TodoListMiddleware를 붙였을 때 활성화됩니다. 그래서 최신 버전에서는 모델만 넘기면 계획까지 항상 켜진다고 설명하지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도구를 순수 함수로 넘기는 패턴은 유지됩니다. 달라진 포인트는 계획입니다. 리서치나 보고서처럼 여러 단계를 추적해야 할 때 TodoListMiddleware를 middleware 목록에 명시합니다. 이 한 줄이 있어야 todo 상태를 수업에서 다룰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셋을 다 만들어봤으니, 이제 머릿속에서 정리할 시간입니다. 언제 뭘 쓸지요.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추상화 수준은 앞 1장에서 봤으니, 여기선 실무 특성으로 가르겠습니다. 모델 지원은 LangChain만 100개가 넘는 프로바이더를 직접 쓰고 나머지는 그걸 공유해요. 상태 관리는 LangGraph와 Deep Agents가 체크포인터를 쓰고, 샌드박스 실행은 Deep Agents가 지원합니다. 라이선스는 셋 다 MIT예요.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선택 기준은 '어디까지 직접 제어하고 싶은가'예요. 간단한 도구 호출이면 LangChain, 분기와 사람 개입이 있는 워크플로면 LangGraph, 파일·계획이 필요한 장기 작업이면 Deep Agents. 반대로 그 수준이 필요 없으면 과한 선택이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'3 더하기 4' 질문을 세 방식으로 짜보면 차이가 한눈에 들어옵니다. LangChain은 한 줄, LangGraph는 흐름을 직접 그리고, Deep Agents는 하네스가 다 들어있죠. 하나만 평생 쓰는 게 아니라 작업에 맞춰 고르고 섞는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자, 배운 걸 다 모아서 진짜 하나 만들어 봅시다. 검색하고 요약하는 리서치 에이전트예요.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검색 도구부터요. Tavily 클라이언트를 함수로 감싸고, docstring과 타입 힌트, Args 설명까지 적어줍니다. Literal로 허용 값을 제한하고 기본값을 두면, 에이전트가 이 도구를 정확히 쓸 수 있어요. Tavily 키는 무료로 발급받으시면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검색 도구와 시스템 프롬프트만으로도 에이전트는 만들 수 있습니다. 다만 긴 리서치처럼 단계 관리가 필요하면 TodoListMiddleware를 함께 붙여야 합니다. 이렇게 하면 검색, 중간 메모, 종합 단계를 todo로 관찰하면서 설명할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걸 LangChain으로도 만들어 비교해 보면 성격 차이가 분명해져요. LangChain은 바로 검색하고 요약하는 데 가볍고, Deep Agents는 파일 작업과 서브에이전트가 필요한 장기 작업에 맞습니다. todo 계획은 Deep Agents 0.7 기준으로 명시한 미들웨어가 담당합니다.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수고하셨습니다. LLM 한 번의 호출에서 출발해서, 도구를 붙이고, 에이전트를 만들고, 흐름을 그려보고, 마지막엔 직접 리서치 에이전트까지 완성했어요. 작은 조각들이 같은 인터페이스 위에서 하나로 이어진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p-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